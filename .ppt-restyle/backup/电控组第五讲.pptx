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这是本阶段最后一讲：让单片机开口说话。前四讲它一直在自己干活，这一节我们给它加上串口和一块小小的 OLED，之后你就能从电脑上发命令改参数，屏幕上也能看到系统现在什么状态。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时间安排过一遍。第十周的任务是串口与 OLED，做完这一讲，你的系统就能自己报数、自己报状态；第十一周是转入梯队考核，大家在十一月之内把五次作业交齐。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这一讲四块内容：先认识串口的三根线和波特率，再学怎么发、怎么收，然后是把收到的字符变成能用的数字和命令，最后用 OLED 把系统状态显示出来。作业五的四个小题就分布在这四块里。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第一部分先把串口认清楚。串口就三根线，收、发、地，两边约定同一个波特率就能说话。接线要交叉：我方发接对方收。CubeMX 里选好模式、设好波特率，代码里才有可用的串口对象。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串口是最便宜的通信方式：两根信号线加一根地，不需要时钟线，所以两端必须事先约好速度，这就是波特率。115200 意思是每秒 115200 个位，两边不一致时收到的就是乱码。接线口诀是交叉：单片机 PA9 是发送，要接 USB 转串口模块的接收脚。调试时最常见的三个问题：波特率不匹配、线没交叉、忘了共地。另外，用 USB 转串口模块时注意它是 3.3 伏还是 5 伏电平，接错可能损坏引脚。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发送比接收简单得多。HAL_UART_Transmit 的四个参数分别是串口对象、数据地址、字节数、超时时间，数据必须先转成 uint8_t 指针。这里有一个高频错误：直接把一个整数变量的地址传进去、长度写 4，串口助手上就会出现四个奇怪的字符，因为那四个字节是二进制而不是文字。要发数字，先用 sprintf 转成字符串。长度也可以用 strlen 自动算。另外别忘了字符串末尾的\r\n，它是串口助手的换行符，不加的话所有输出会连成一行。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第二部分讲收发。发送一句话很简单，一个 HAL_UART_Transmit 就行；难的是接收，你不知道对方什么时候发、发几个字节。用接收中断一个字一个字收，再自己拼成一句话，这就是作业第二题要练的东西。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接收比发送难，因为发送时机你说了算，接收时机是对方说了算。第一种写法是在主循环里用一个很大的超时去读，缺点是没数据时 CPU 一直等。更好的写法是用接收中断：先调用一次接收函数，告诉 HAL 帮我盯着这一个字节，收到就进回调。回调里做三件事：存字节、判断这一句是否结束、再开下一次接收。第三步最容易漏，漏了就只能收到第一个字节。缓冲区要够大（64 字节足够命令用），并且要做长度保护，防止对方一直发把数组写爆，这也是作业第二题会检查的点。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这一页是串口和之前内容真正连起来的地方。串口上跑的全是字符，你想用它改占空比，就一定要做字符到数字的转换，atoi 是最省事的做法：给它一个字符串的地址，它回头给你一个整数。取参数的时候注意两点：一是从第二个字符开始取，因为第一个字符是命令头；二是要限幅，用户可能在串口助手里敲一个 99999，直接写进比较寄存器就会出问题。这也是考核评分里会看的一条：命令要处理，异常输入也不能让系统跑飞。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第三部分处理收到的东西。串口收到的都是字符，字符没法直接比大小，要先转成数字。然后按命令的格式去判断：发 A 就点灯、发 B 就熄灯，发 P500 就把参数改成 500。这一节把串口和前面学的功能真正连起来。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到这一页，串口就不只是打印调试信息了，它成了你控制整台设备的入口。写命令解析的关键是先把命令表定下来再写代码，边写边改很容易写成一堆 if 嵌套。解析用 switch 判断第一个字符最省事，参数部分用 atoi 转换。这里要注意处理未知命令：如果收到一个没定义的字符，回一个 ERROR，而不是什么都不做，否则上位机不知道是没收到还是命令写错了。作业第一题要「发 A 回 1、发 B 回 0」，回值就是让上位机能确认——这个思路在考核里也会用到，因为考核要检查「有效操作后有反馈」。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最后一部分让系统会说话。OLED 用两根线通信，初始化之后就能在上面写字。把灯的开关状态、当前的频率和占空比显示上去，调试的时候不用再开电脑，看一眼屏幕就知道系统在干什么。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OLED 用的是 I2C，两条信号线加上电源，接线比并口屏简单得多。代码部分通常直接用现成的驱动库，你要做的是三件事：上电初始化一次并清屏、把要显示的数字用 sprintf 转成字符串、再按行列坐标写上去。第 0 行显示灯的开关状态，第 2 行显示占空比，这样调试时不用再开电脑，一眼就知道系统在什么状态。注意 sprintf 的目标数组要有足够空间，显示字符串长度别超过屏幕宽度，一屏一般放得下 16 个字符。第四题是课后自己扩展 OLED 的用法，比如加一行显示舵机角度或者运行时间。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这是本阶段的最后一次作业，四道题有先后关系：第一题先把命令链路跑通，用轮询就够了；第二题再换成中断接收，体会两种做法的差别；第三题加 OLED，把状态显示出来；第四题是课余扩展，DMA 和空闲中断都值得看一眼，考核的时候处理一长串数据会轻松很多。第一题要求的回值（发 A 回 1、发 B 回 0）看起来多余，其实这就是「有反馈」的习惯，考核里也会检查。交作业还是老规矩：代码注释统一 UTF-8，演示视频和代码放同一个压缩包，命名按班级加姓名加第几次任务，十一月之前交齐。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作业要求和前面几讲一样，五条都是硬性的。第五讲四道题：串口点灯、用接收中断重做一遍、OLED 显示小灯状态，最后课余那题自己扩展串口用法。十一月之前交齐，注释统一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五次讲完，你的系统已经能点灯、读按键、定时、输出 PWM、发串口、显示状态。作业五是串口和 OLED，做完之后我们就不再逐条讲了，直接进梯队考核。十一月之前把作业交齐，考核见。下课。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培训时间：第10周 11.7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电控组第五讲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5056505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串口收发与中断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命令解析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串口基础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OLED 显示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串口基础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串口是什么：三根线加一个约定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三根线：TX、RX、GND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我方的发（TX）接对方的收（RX），交叉接线；地线必须共在一起，否则收到的全是乱码。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波特率：两边必须一样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常用 115200。串口没有时钟线，全靠两边约定同一个速度，差一点就是满屏乱码。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CubeMX 里怎么配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 Asynchronous 模式，8 位数据、无校验、1 位停止位；引脚会自动分配好。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CubeMX 里 USART1 的配置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Mode : Asynchronous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Baud Rate : 115200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Word Length : 8 Bits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Parity : None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Stop Bits : 1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引脚自动分配 PA9 / PA10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串口没有时钟线，两边全靠约定：线要交叉、地要共、波特率必须一致。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串口发送：怎么把数字发出去？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发送就是一句调用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HAL_UART_Transmit 把一段字节发出去，长度和超时要自己写清楚，发完才返回。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数字要先变成字符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串口只能发字节，直接发一个 int 会得到乱码。用 sprintf 拼成字符串再发。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换行别忘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字符串结尾加上回车换行，串口助手才一行一行显示，看着才清楚。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char buf[32];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sprintf(buf, "duty=%d\r\n", duty);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HAL_UART_Transmit(&amp;huart1,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(uint8_t *)buf, strlen(buf), 100);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长度用 strlen，别写死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超时 100ms，够用了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发送是主动的、阻塞的：先转成字符，再写清长度，最后记得换行。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串口收发与中断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接收：怎么把一句话收全？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别在主循环里等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用接收中断：开一个字节的接收，收到就进回调，主循环完全不用守着串口。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一个字节一个字节攒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回调里把字节存进缓冲区，遇到换行就认为一句话结束，再加一个结束符。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收完必须再开一次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回调末尾要重新调用接收函数，不然只收得到第一个字节，后面全部丢失。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uint8_t rb, buf[64], len = 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void HAL_UART_RxCpltCallback(UART_HandleTypeDef *h)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buf[len++] = rb;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(rb == '\n') { buf[len - 1] = 0; len = 0; 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HAL_UART_Receive_IT(&amp;huart1, &amp;rb, 1);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main 里先开一次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接收靠中断：开一个字节、收一个攒一个、遇到换行算一句、收完再开下一次。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收到的是字符，怎么变成数字？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字符和数字不是一回事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收到的是 '5' 这个字符，它的值是 53。要参与计算，必须先转成真正的数字 5。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用 atoi 或 sscanf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atoi("500") 直接得到 500；sscanf 还能按格式一次拆出多个数字。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先看命令头，再取值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命令是「字母 + 数字」的格式，第一个字符决定做什么，后面的部分才是参数。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收到 "P500"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(buf[0] == 'P')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int v = atoi((char *)&amp;buf[1]); // 500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(v &lt;= 999)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TIM_CHANNEL_2, v);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串口里只有字符没有数字：先转换、再限幅，最后才交给硬件用。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命令解析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命令解析：让串口管起整套系统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先定一套命令表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写代码前先把命令定下来：A 开灯、B 关灯、P 加数值改占空比、S 查询状态。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一次只处理一条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 switch 认第一个字符就够；处理完立刻清空缓冲区，避免上一条的残留影响下一条。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每条命令都回一句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执行完回一个 OK 或当前状态，上位机才知道命令生效了，调起来省一半时间。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switch (buf[0])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case 'A': LED_ON(); break;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case 'B': LED_OFF(); break;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case 'P': duty = atoi((char *)&amp;buf[1]);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PWM_SET(duty); break;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UART_SEND("OK\r\n");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命令表定清楚、解析只认第一个字符、每条都回话——串口就从调试口变成了控制口。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OLED 显示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OLED：把系统状态搬到屏幕上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两根线：SCL 和 SDA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OLED 走 I2C，时钟线上拉后接 SCL，数据线接 SDA，供电接 3.3V；CubeMX 里开 I2C1 即可。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初始化一次，然后清屏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上电只做一次初始化，接着清屏；之后就能按坐标往指定位置写字。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显示什么：挑最关键的几项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灯的开关、当前占空比、舵机角度；数字先用 sprintf 转成字符串再显示。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OLED_Init();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OLED_Clear();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char line[20];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sprintf(line, "LED:%s", on ? "ON " : "OFF");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OLED_ShowString(0, 0, (uint8_t *)line, 16);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sprintf(line, "duty=%d", duty);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OLED_ShowString(0, 2, (uint8_t *)line, 16);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OLED 是你自己给自己的调试窗口：初始化一次，之后想写哪就写哪。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5：串口与 OLED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76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676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串口点灯：发 A 灯亮回 1，发 B 灯灭回 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先在 main 里轮询接收，把「收命令 → 执行 → 回值」这条链路跑通。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692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692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用接收中断重做任务 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换成中断接收，回调里攒够一句再解析；注意处理缓冲区越界和收完再开。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708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3708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OLED 显示小灯状态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把灯的开关状态显示在屏幕上，命令生效后屏幕要跟着变。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4724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4724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课余：了解 UART 的其他用法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DMA 收发、空闲中断、printf 重定向、多串口；挑一两个试试，下一阶段会用到。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7912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四题把串口收发、中断接收和 OLED 串成一套；第 11 周考核里这几样都要用上。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代码注释必须统一 UTF-8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；交上来打不开、或者注释是乱码的，按未提交处理。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0320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0320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演示视频、代码和其他材料放在同一个压缩包里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，不要拆成几个文件分开发。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25654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25654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压缩包命名格式：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班级+姓名+第几次任务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，例如「电气26-5班+李华+第一次任务.zip」。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30988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发到指定邮箱，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邮件主题与压缩包同名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，压缩包作为附件上传，不要用网盘链接。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36322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574800" y="36322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不强制每周内完成，但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转入梯队考核上传结束时间前必须全部交齐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（第 11 周）。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五条要求都是硬性的：代码写得对，但包名写错、注释乱码，一样按未提交处理。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