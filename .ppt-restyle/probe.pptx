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X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0" y="4572000"/>
            <a:ext cx="1828800" cy="182880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